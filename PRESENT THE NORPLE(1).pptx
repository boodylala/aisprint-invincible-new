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4" r:id="rId7"/>
    <p:sldId id="263" r:id="rId8"/>
    <p:sldId id="262" r:id="rId9"/>
    <p:sldId id="259" r:id="rId10"/>
  </p:sldIdLst>
  <p:sldSz cx="12192000" cy="6858000"/>
  <p:notesSz cx="6858000" cy="9144000"/>
  <p:embeddedFontLst>
    <p:embeddedFont>
      <p:font typeface="Google Sans" panose="020B0604020202020204" charset="0"/>
      <p:regular r:id="rId12"/>
      <p:bold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1F26"/>
    <a:srgbClr val="1E1D1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99" y="53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498F6-701C-403B-9785-2A840F56D6A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62A6-6243-42A9-B7DC-DA8434954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3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22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020D-588B-BB4E-F47B-0D86AF9D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97BD4-05E8-6AB5-E0D4-D06DD313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94DD7-5C36-54EE-D8A3-0BE6EEBAA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8BE6-7A01-8E9D-9561-B1162B778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96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3287-1C1D-8E22-D159-E364B4A8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A7EE4-C689-E2EB-07D4-80A04BC38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B84B9-391E-7F0C-00C8-36BEF1C60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D167F-9D4F-2D5E-1E00-53D989589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71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C90E-AF3C-12C5-0005-09C0615A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5E560-2CCC-B3B0-9190-D64E36662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DF6EF-B0AE-8CC0-EA43-EF203B4A2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A5A02-3305-3649-17ED-0DD5A9A26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72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42EF6-A1EF-7163-827F-B70FF2B6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720B7-104B-FCE0-5286-688D203CE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2890E-2A42-A73D-E778-982999236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C9737-CA84-F4F0-65EF-85B324FBA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33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96F8-0220-B215-F369-7446A473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542B7-B15D-3313-9CE3-B964E5771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66191-8A1B-3125-7F9A-5E8F55611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42A25-DECE-5EFE-D66A-4635CBB24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5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EC28D-EE3D-E7A1-08A4-5101D638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7663B-36B2-0687-13EE-92D826951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A1560-C271-CAC0-EE9D-5244C7CD0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62A68-68AF-6AB8-0BFC-7C57CCF76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95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F085-2A26-5C77-8139-7C8F66B4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9D6E9-9680-B2D3-0F9E-849AB3DFB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01401-7C76-B8A2-C408-0DDD21137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3E31D-D347-DB3E-E22E-4F2C16A31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62A6-6243-42A9-B7DC-DA84349547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2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52A3-03EC-DF86-A9DD-A94597B02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FDC45-3F91-735A-7BFA-4D0E59F4E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3CD1-5D63-DF51-8878-1CDAED46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29614-9A16-D044-85B8-6943AD90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D53D6-D58C-574B-1691-AB3A1A5D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08E8-E0A2-F0FF-B476-45AAF029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64B4E-319A-D853-37E5-93D6704FF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F5884-E80C-591F-CC2C-DD306B9E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C250D-C87B-9E5A-2C7D-A47E1CD25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F2099-B34C-8E24-0612-14EBBDD48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3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115D-B15C-02D7-91BC-971A8AC9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4F370-6D3D-0BD2-8A9D-3DF4D6EFC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6F7E-1275-0626-DAC4-3425132C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80E52-E3B0-8C13-BA70-BA8C7F3E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3887C-E9A0-AF2E-8951-ED53651A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40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6320-3CCE-BF73-662A-7BF9029A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A428-0795-0DB6-B644-8C16A22BD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610A1-FA23-50D8-A3E4-E4FA178F0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7C96E-D330-723B-69DD-29114311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2C3BA-560C-ECC2-D796-54803DA9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67DF5-96E3-8218-5514-F9A705D3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24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7CFA-C242-5AEB-122E-FEBB765E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A97A5-1EB1-2DB8-C245-00F9F4F50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DBAE4-F46B-B20C-C22E-52D5D4601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7E7FB-9794-7CD9-5CA6-110911653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EEE36-0F78-89A0-94C0-EEA3A496A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FD4CA-3446-C724-F6FA-CCA4D748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4EF656-0560-5632-70FA-7A5067B8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E1B8E-3C4E-B039-C86B-37222D90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0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4850-9D9B-66D9-247C-AABF4B3B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5800E-1A21-9FB8-A744-494CA7069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21D76-C23E-976B-3B62-1E98E97D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F6837-435C-853C-DE48-2A2C0BD4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33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A0F89-1863-AA3E-11F0-BF3C23B3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7B089-07A7-9049-14DF-FEAC61DC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C0885-BD43-1697-4599-F05A2F72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52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B9D3-3BB1-BB5A-A10A-1F303F4E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30995-73B9-622C-7CEA-056F9E2B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91DAB-B263-E585-2DCE-2242F16AF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574D7-BDAB-C015-FE0F-1F5727BE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DF039-4F79-27A7-1F27-DB7B67C3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19B1C-DFBD-B6B7-6F8F-F6810337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74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6FBE-938E-8460-5508-724EB8F31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0B014-7085-6BA8-88C5-1FD1EE6F4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FB12A-6F02-6C2D-4BB5-0747E64BA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46214-6902-ED1A-18A1-99B9F0FD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D087-79F9-BD5C-686D-0C74DE32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DAF3B-E1C9-FBEB-487A-B95C2964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45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105C5-B04F-AC59-70AA-925D14561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F9DAA-398C-952D-A583-336EA2CA6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7122F-7C9E-D5C8-ECAC-47D9DB04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21580-B021-C1F2-265F-3DA474D3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AFE09-E2AA-9815-6812-D825D104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2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CBDAD-C996-3FE8-625E-BBE5AA10F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612EA-8A9F-8EEA-19E5-64DEF1828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2207D-E974-0704-A6AF-D7F89F49A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33C4C-CF71-100B-63A3-9A23688B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D3C03-2A9D-87EC-8E57-C2D6199F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11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F31D1-DE2F-EC60-CC46-8C8A27BE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44434-6FF9-817E-1712-53006073E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0DB45-FB33-3906-8686-2E515FE32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A2B1D-8D90-481C-873E-65A70879A18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E0EDD-5F4E-346C-D4B4-C83DAFC10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18EA6-509A-C6B7-212E-275B6DA3C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FD8B2-59B0-4E66-B5F9-677F5AC24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9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3608FA-7FB9-307B-DB96-5186089903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3CF744-374E-1B09-3A07-51F705C4B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5688" y="2795587"/>
            <a:ext cx="9140624" cy="19381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F347A9-AD35-1EB6-78CE-7903D19F5DE5}"/>
              </a:ext>
            </a:extLst>
          </p:cNvPr>
          <p:cNvSpPr txBox="1"/>
          <p:nvPr/>
        </p:nvSpPr>
        <p:spPr>
          <a:xfrm>
            <a:off x="1484670" y="2051327"/>
            <a:ext cx="5820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I AM</a:t>
            </a:r>
          </a:p>
        </p:txBody>
      </p:sp>
    </p:spTree>
    <p:extLst>
      <p:ext uri="{BB962C8B-B14F-4D97-AF65-F5344CB8AC3E}">
        <p14:creationId xmlns:p14="http://schemas.microsoft.com/office/powerpoint/2010/main" val="2902691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33F2-C177-55B6-E6EA-299EE125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E8346F-0CC8-34D6-D2EA-7762D0C2B6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8346618-750F-7A48-0FC9-821EAFF84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2689" y="308513"/>
            <a:ext cx="1360170" cy="136017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A6EFA7B-D9B8-D5C6-650C-2ADBD2F1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5032" y="6033209"/>
            <a:ext cx="1921936" cy="40752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659458-FE27-DA7C-8D96-3F5A1A21B96E}"/>
              </a:ext>
            </a:extLst>
          </p:cNvPr>
          <p:cNvCxnSpPr/>
          <p:nvPr/>
        </p:nvCxnSpPr>
        <p:spPr>
          <a:xfrm>
            <a:off x="-162046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CF2001-429B-DA57-A98C-FA14CEAEBBEF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2C6467-8DC6-7727-91EE-1F797E0AB44A}"/>
              </a:ext>
            </a:extLst>
          </p:cNvPr>
          <p:cNvSpPr txBox="1"/>
          <p:nvPr/>
        </p:nvSpPr>
        <p:spPr>
          <a:xfrm>
            <a:off x="2733040" y="701040"/>
            <a:ext cx="94589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b="1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WHO IS NORPLE?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0D2CA8-A13B-B05C-E6C4-0692FF28B1AE}"/>
              </a:ext>
            </a:extLst>
          </p:cNvPr>
          <p:cNvSpPr txBox="1"/>
          <p:nvPr/>
        </p:nvSpPr>
        <p:spPr>
          <a:xfrm>
            <a:off x="1366520" y="2291477"/>
            <a:ext cx="94589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err="1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Norple</a:t>
            </a:r>
            <a:r>
              <a:rPr lang="en-US" sz="25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 is an AI Bot which helps SoftWorks turn their client’s unorganized data including text, photos, audios.. </a:t>
            </a:r>
            <a:r>
              <a:rPr lang="en-US" sz="2500" dirty="0" err="1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etc</a:t>
            </a:r>
            <a:r>
              <a:rPr lang="en-US" sz="25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 into a meaningful concise prompt.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7C9B24-EC3C-1B0C-0DAB-11536E9F5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032" y="3787371"/>
            <a:ext cx="3992878" cy="199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3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2E80-F056-05AD-5D80-0A5F0E2A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E960B3-A2C3-5CE0-07FC-A3E66E7488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3D75FE7-790B-DC87-17EB-09F1C1BA39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2689" y="308513"/>
            <a:ext cx="1360170" cy="136017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6BCF7D8-5491-81A6-1A13-FE224AFE49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5032" y="6033209"/>
            <a:ext cx="1921936" cy="40752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47ADB3-BAF0-7445-BE28-9524745A1484}"/>
              </a:ext>
            </a:extLst>
          </p:cNvPr>
          <p:cNvCxnSpPr/>
          <p:nvPr/>
        </p:nvCxnSpPr>
        <p:spPr>
          <a:xfrm>
            <a:off x="-162046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949874-63BB-2251-8AA8-80BDE5254B79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9FAB59-C394-B7B0-C498-0FEA6F67EF07}"/>
              </a:ext>
            </a:extLst>
          </p:cNvPr>
          <p:cNvSpPr txBox="1"/>
          <p:nvPr/>
        </p:nvSpPr>
        <p:spPr>
          <a:xfrm>
            <a:off x="3427520" y="1668683"/>
            <a:ext cx="94589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b="1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WHAT IS NORPLE?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A6E1F7-1D58-D0C4-C017-277C64EBDB55}"/>
              </a:ext>
            </a:extLst>
          </p:cNvPr>
          <p:cNvSpPr txBox="1"/>
          <p:nvPr/>
        </p:nvSpPr>
        <p:spPr>
          <a:xfrm>
            <a:off x="3427520" y="3120918"/>
            <a:ext cx="633064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Norple</a:t>
            </a:r>
            <a:r>
              <a:rPr lang="en-US" sz="22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 was built using </a:t>
            </a:r>
            <a:r>
              <a:rPr lang="en-US" sz="2200" b="1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HTML/ CSS/ JS </a:t>
            </a:r>
            <a:r>
              <a:rPr lang="en-US" sz="22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as the front-end architecture, </a:t>
            </a:r>
            <a:r>
              <a:rPr lang="en-US" sz="2200" b="1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Python</a:t>
            </a:r>
            <a:r>
              <a:rPr lang="en-US" sz="22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 and </a:t>
            </a:r>
            <a:r>
              <a:rPr lang="en-US" sz="2200" b="1" dirty="0" err="1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FastApi</a:t>
            </a:r>
            <a:r>
              <a:rPr lang="en-US" sz="22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 as the backend, Gemini as the ai brains of the project and lastly </a:t>
            </a:r>
            <a:r>
              <a:rPr lang="en-US" sz="2200" dirty="0" err="1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supabase</a:t>
            </a:r>
            <a:r>
              <a:rPr lang="en-US" sz="22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 is the database and railway was used for deployment.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C0E443-F270-87F4-CBB0-98829470DE98}"/>
              </a:ext>
            </a:extLst>
          </p:cNvPr>
          <p:cNvGrpSpPr/>
          <p:nvPr/>
        </p:nvGrpSpPr>
        <p:grpSpPr>
          <a:xfrm>
            <a:off x="831640" y="1416613"/>
            <a:ext cx="2583369" cy="3720321"/>
            <a:chOff x="694480" y="1218493"/>
            <a:chExt cx="2583369" cy="37203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9B1CEA5-96EE-952F-E996-667C907CE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14" t="18248" r="41488"/>
            <a:stretch>
              <a:fillRect/>
            </a:stretch>
          </p:blipFill>
          <p:spPr>
            <a:xfrm>
              <a:off x="694480" y="1520244"/>
              <a:ext cx="1898248" cy="341857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920B16-D7AD-DF59-699C-CA11081ABBAA}"/>
                </a:ext>
              </a:extLst>
            </p:cNvPr>
            <p:cNvSpPr/>
            <p:nvPr/>
          </p:nvSpPr>
          <p:spPr>
            <a:xfrm rot="19891873">
              <a:off x="2034265" y="1218493"/>
              <a:ext cx="1243584" cy="60349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4795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5CD9-F326-0464-B4F4-6818664B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2A0E8C-1B62-F84C-FCAF-91B1D7F313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A5477F-604D-29DC-F364-C5B6B004CD40}"/>
              </a:ext>
            </a:extLst>
          </p:cNvPr>
          <p:cNvCxnSpPr/>
          <p:nvPr/>
        </p:nvCxnSpPr>
        <p:spPr>
          <a:xfrm>
            <a:off x="-150471" y="6271695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C9CAD1-12B6-EF85-6986-B967B90E1B20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032223-7909-5BEA-1702-1BAB38B83F42}"/>
              </a:ext>
            </a:extLst>
          </p:cNvPr>
          <p:cNvSpPr txBox="1"/>
          <p:nvPr/>
        </p:nvSpPr>
        <p:spPr>
          <a:xfrm>
            <a:off x="-681875" y="378030"/>
            <a:ext cx="945896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UI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815534-FF98-1CFE-456A-1B88791F4C28}"/>
              </a:ext>
            </a:extLst>
          </p:cNvPr>
          <p:cNvGrpSpPr/>
          <p:nvPr/>
        </p:nvGrpSpPr>
        <p:grpSpPr>
          <a:xfrm rot="10800000">
            <a:off x="12398416" y="-1509593"/>
            <a:ext cx="2583369" cy="3720321"/>
            <a:chOff x="694480" y="1218493"/>
            <a:chExt cx="2583369" cy="37203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4606710-F24E-7F68-93D0-5FCC318D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14" t="18248" r="41488"/>
            <a:stretch>
              <a:fillRect/>
            </a:stretch>
          </p:blipFill>
          <p:spPr>
            <a:xfrm>
              <a:off x="694480" y="1520244"/>
              <a:ext cx="1898248" cy="341857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45392E-5861-7FC3-D22D-B0E2A2BC9647}"/>
                </a:ext>
              </a:extLst>
            </p:cNvPr>
            <p:cNvSpPr/>
            <p:nvPr/>
          </p:nvSpPr>
          <p:spPr>
            <a:xfrm rot="19891873">
              <a:off x="2034265" y="1218493"/>
              <a:ext cx="1243584" cy="60349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6D660AAC-D6E2-AEB8-D98F-96E020125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690" y="554286"/>
            <a:ext cx="2560825" cy="5429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369E1E-C853-7233-6A09-DDEEA17C0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16" y="1764229"/>
            <a:ext cx="7640343" cy="36479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775D00A-3924-A25E-FBB6-06F081317C70}"/>
              </a:ext>
            </a:extLst>
          </p:cNvPr>
          <p:cNvSpPr txBox="1"/>
          <p:nvPr/>
        </p:nvSpPr>
        <p:spPr>
          <a:xfrm>
            <a:off x="4827690" y="6033168"/>
            <a:ext cx="12332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2500" b="1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HOME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E6260C-61AB-4EEE-98C7-E58F79908F69}"/>
              </a:ext>
            </a:extLst>
          </p:cNvPr>
          <p:cNvSpPr txBox="1"/>
          <p:nvPr/>
        </p:nvSpPr>
        <p:spPr>
          <a:xfrm>
            <a:off x="5777988" y="6033168"/>
            <a:ext cx="16749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2500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SCREEN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5C9301-007D-3B1E-029C-2E6F1A4473F4}"/>
              </a:ext>
            </a:extLst>
          </p:cNvPr>
          <p:cNvSpPr/>
          <p:nvPr/>
        </p:nvSpPr>
        <p:spPr>
          <a:xfrm>
            <a:off x="1828800" y="1643605"/>
            <a:ext cx="7905509" cy="3972330"/>
          </a:xfrm>
          <a:prstGeom prst="rect">
            <a:avLst/>
          </a:prstGeom>
          <a:noFill/>
          <a:ln>
            <a:solidFill>
              <a:srgbClr val="251F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05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5A94-3175-1216-3E23-EFF3719D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904DC4-4E8D-0C75-722D-7293FECDCE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D4F50D-0307-7B23-C3A7-15B74A75F4D1}"/>
              </a:ext>
            </a:extLst>
          </p:cNvPr>
          <p:cNvCxnSpPr/>
          <p:nvPr/>
        </p:nvCxnSpPr>
        <p:spPr>
          <a:xfrm>
            <a:off x="-150471" y="6271695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988AD7-98F4-4BFF-C71C-0455B7F08543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6053D4F-5210-C6F9-8684-C73FE3BF2A86}"/>
              </a:ext>
            </a:extLst>
          </p:cNvPr>
          <p:cNvSpPr txBox="1"/>
          <p:nvPr/>
        </p:nvSpPr>
        <p:spPr>
          <a:xfrm>
            <a:off x="-681875" y="378030"/>
            <a:ext cx="945896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UI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16D969-028B-7D17-23DB-88E3F52AA69D}"/>
              </a:ext>
            </a:extLst>
          </p:cNvPr>
          <p:cNvGrpSpPr/>
          <p:nvPr/>
        </p:nvGrpSpPr>
        <p:grpSpPr>
          <a:xfrm rot="10800000">
            <a:off x="12398416" y="-1509593"/>
            <a:ext cx="2583369" cy="3720321"/>
            <a:chOff x="694480" y="1218493"/>
            <a:chExt cx="2583369" cy="37203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D34E393-07D5-D756-8A0B-45C97FFE0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14" t="18248" r="41488"/>
            <a:stretch>
              <a:fillRect/>
            </a:stretch>
          </p:blipFill>
          <p:spPr>
            <a:xfrm>
              <a:off x="694480" y="1520244"/>
              <a:ext cx="1898248" cy="341857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7B407-0BB4-5990-3506-52F20B2D1B59}"/>
                </a:ext>
              </a:extLst>
            </p:cNvPr>
            <p:cNvSpPr/>
            <p:nvPr/>
          </p:nvSpPr>
          <p:spPr>
            <a:xfrm rot="19891873">
              <a:off x="2034265" y="1218493"/>
              <a:ext cx="1243584" cy="60349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DF9D0340-365D-5A3B-6910-7DAD08423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690" y="554286"/>
            <a:ext cx="2560825" cy="542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5D9719-311D-85E1-43F6-52BDAAD565BB}"/>
              </a:ext>
            </a:extLst>
          </p:cNvPr>
          <p:cNvSpPr txBox="1"/>
          <p:nvPr/>
        </p:nvSpPr>
        <p:spPr>
          <a:xfrm>
            <a:off x="4816985" y="6033168"/>
            <a:ext cx="12332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2500" b="1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BOT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A1D55-D48D-4D04-57C2-8E05F397BCFC}"/>
              </a:ext>
            </a:extLst>
          </p:cNvPr>
          <p:cNvSpPr txBox="1"/>
          <p:nvPr/>
        </p:nvSpPr>
        <p:spPr>
          <a:xfrm>
            <a:off x="5645363" y="6033168"/>
            <a:ext cx="16749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2500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SCREEN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8B3AC9-A46B-D390-BA36-003795711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6"/>
          <a:stretch>
            <a:fillRect/>
          </a:stretch>
        </p:blipFill>
        <p:spPr>
          <a:xfrm>
            <a:off x="1974301" y="1775896"/>
            <a:ext cx="7626899" cy="36938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21773C-119D-CF89-BEBF-9B4E687191CD}"/>
              </a:ext>
            </a:extLst>
          </p:cNvPr>
          <p:cNvSpPr/>
          <p:nvPr/>
        </p:nvSpPr>
        <p:spPr>
          <a:xfrm>
            <a:off x="1828800" y="1643605"/>
            <a:ext cx="7905509" cy="3972330"/>
          </a:xfrm>
          <a:prstGeom prst="rect">
            <a:avLst/>
          </a:prstGeom>
          <a:noFill/>
          <a:ln>
            <a:solidFill>
              <a:srgbClr val="251F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79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282E-B1C0-56C2-3D1E-04A06BC3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CB1CF5-8E2F-B8B9-DCEF-86877BA751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FA87C-7A62-A4F0-2D2F-A27D38854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2689" y="308513"/>
            <a:ext cx="1360170" cy="136017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6E606E0-9337-6C02-6F48-A280CB92D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5032" y="6033209"/>
            <a:ext cx="1921936" cy="40752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135947-F702-73B5-1668-9262222F57FA}"/>
              </a:ext>
            </a:extLst>
          </p:cNvPr>
          <p:cNvCxnSpPr/>
          <p:nvPr/>
        </p:nvCxnSpPr>
        <p:spPr>
          <a:xfrm>
            <a:off x="-162046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A428BC-6C08-11CF-A2DD-B5EB2A267376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BE49A63-8CC9-C5CD-D8C0-DEDFD97CFB29}"/>
              </a:ext>
            </a:extLst>
          </p:cNvPr>
          <p:cNvSpPr txBox="1"/>
          <p:nvPr/>
        </p:nvSpPr>
        <p:spPr>
          <a:xfrm>
            <a:off x="3427520" y="1668683"/>
            <a:ext cx="94589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b="1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FUTURE WORKS?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E45FD-719F-EADE-2582-A6330E26AA26}"/>
              </a:ext>
            </a:extLst>
          </p:cNvPr>
          <p:cNvSpPr txBox="1"/>
          <p:nvPr/>
        </p:nvSpPr>
        <p:spPr>
          <a:xfrm>
            <a:off x="3427520" y="3120918"/>
            <a:ext cx="633064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Implement Further Specialization for the briefs so that they can be directed towards departments inside the client’s company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C4D693-56EE-FB0E-3E2A-F55AF6FB71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32" t="59947"/>
          <a:stretch>
            <a:fillRect/>
          </a:stretch>
        </p:blipFill>
        <p:spPr>
          <a:xfrm>
            <a:off x="106100" y="2214986"/>
            <a:ext cx="2939456" cy="309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7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2CDE-8DD6-264D-1B4A-BB8DEF82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07920D-CAEE-A709-DA0B-C129D27B54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2D490C-2689-A6BD-8EFE-99D9550B3906}"/>
              </a:ext>
            </a:extLst>
          </p:cNvPr>
          <p:cNvGrpSpPr/>
          <p:nvPr/>
        </p:nvGrpSpPr>
        <p:grpSpPr>
          <a:xfrm rot="10800000">
            <a:off x="12398416" y="-1509593"/>
            <a:ext cx="2583369" cy="3720321"/>
            <a:chOff x="694480" y="1218493"/>
            <a:chExt cx="2583369" cy="37203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9AD4D1B-83B1-EA6E-4792-8FAE02ADF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14" t="18248" r="41488"/>
            <a:stretch>
              <a:fillRect/>
            </a:stretch>
          </p:blipFill>
          <p:spPr>
            <a:xfrm>
              <a:off x="694480" y="1520244"/>
              <a:ext cx="1898248" cy="341857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C580DD-0A47-48CF-6BE9-6A52E086A018}"/>
                </a:ext>
              </a:extLst>
            </p:cNvPr>
            <p:cNvSpPr/>
            <p:nvPr/>
          </p:nvSpPr>
          <p:spPr>
            <a:xfrm rot="19891873">
              <a:off x="2034265" y="1218493"/>
              <a:ext cx="1243584" cy="60349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DEF3E4D-1AEB-412B-100E-4E7CA98FB60A}"/>
              </a:ext>
            </a:extLst>
          </p:cNvPr>
          <p:cNvSpPr txBox="1"/>
          <p:nvPr/>
        </p:nvSpPr>
        <p:spPr>
          <a:xfrm>
            <a:off x="955439" y="2226264"/>
            <a:ext cx="376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600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LOGO ICON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3AC5EEA1-322E-AA35-D8D7-5B6548842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4594" y="3028316"/>
            <a:ext cx="1469241" cy="146924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A02E764-B8C6-EABA-6F95-5D2542D839E2}"/>
              </a:ext>
            </a:extLst>
          </p:cNvPr>
          <p:cNvSpPr txBox="1"/>
          <p:nvPr/>
        </p:nvSpPr>
        <p:spPr>
          <a:xfrm>
            <a:off x="6001730" y="2226264"/>
            <a:ext cx="4618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600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TYPOGRAPHY LOGO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B31BD852-C349-84EC-EBCE-09145F300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273312"/>
            <a:ext cx="4618298" cy="97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49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D484-6D82-7825-0164-567F42F4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B57B35-B610-ECF4-F04F-51667491C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EF841-7541-F2C0-E4DC-53F036C92E8D}"/>
              </a:ext>
            </a:extLst>
          </p:cNvPr>
          <p:cNvSpPr txBox="1"/>
          <p:nvPr/>
        </p:nvSpPr>
        <p:spPr>
          <a:xfrm>
            <a:off x="4211744" y="639435"/>
            <a:ext cx="376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600" dirty="0">
                <a:solidFill>
                  <a:srgbClr val="251F26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SOME NORPLE SKETCHES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3D7118-6428-60D8-E366-A5933A3335AE}"/>
              </a:ext>
            </a:extLst>
          </p:cNvPr>
          <p:cNvGrpSpPr/>
          <p:nvPr/>
        </p:nvGrpSpPr>
        <p:grpSpPr>
          <a:xfrm rot="10800000">
            <a:off x="12398416" y="-1509593"/>
            <a:ext cx="2583369" cy="3720321"/>
            <a:chOff x="694480" y="1218493"/>
            <a:chExt cx="2583369" cy="37203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8D75C2-B0F5-F801-BB50-E055A9F75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14" t="18248" r="41488"/>
            <a:stretch>
              <a:fillRect/>
            </a:stretch>
          </p:blipFill>
          <p:spPr>
            <a:xfrm>
              <a:off x="694480" y="1520244"/>
              <a:ext cx="1898248" cy="341857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EBACBF2-6B72-2248-0398-50FA1BD72165}"/>
                </a:ext>
              </a:extLst>
            </p:cNvPr>
            <p:cNvSpPr/>
            <p:nvPr/>
          </p:nvSpPr>
          <p:spPr>
            <a:xfrm rot="19891873">
              <a:off x="2034265" y="1218493"/>
              <a:ext cx="1243584" cy="60349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33008-DCC5-3602-9221-64AD5D76D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01"/>
          <a:stretch>
            <a:fillRect/>
          </a:stretch>
        </p:blipFill>
        <p:spPr>
          <a:xfrm>
            <a:off x="2987040" y="1677461"/>
            <a:ext cx="5724443" cy="3503077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51C2EFA-9447-3A60-0ABF-C294AA7AC9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5032" y="6033209"/>
            <a:ext cx="1921936" cy="40752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468712-8B0E-C4EC-38C3-814A88432EE1}"/>
              </a:ext>
            </a:extLst>
          </p:cNvPr>
          <p:cNvCxnSpPr/>
          <p:nvPr/>
        </p:nvCxnSpPr>
        <p:spPr>
          <a:xfrm>
            <a:off x="-162046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6DE0D5A-0F38-4A98-4783-6654D95815C4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907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CFCF-8D1C-1A60-B1FE-42B74358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6217E3-ED88-C448-1FD6-D565BEB0B1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51EC20A-77D9-28B4-9841-C20661CC8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1529" y="1134853"/>
            <a:ext cx="2088941" cy="208894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985B65-4F8E-F443-0F9D-DC936B4C4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5032" y="6033209"/>
            <a:ext cx="1921936" cy="40752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1496A2-8401-CF63-19A7-D06432BBC08C}"/>
              </a:ext>
            </a:extLst>
          </p:cNvPr>
          <p:cNvCxnSpPr/>
          <p:nvPr/>
        </p:nvCxnSpPr>
        <p:spPr>
          <a:xfrm>
            <a:off x="-162046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09020F-88DB-952D-811A-C91121012AF1}"/>
              </a:ext>
            </a:extLst>
          </p:cNvPr>
          <p:cNvCxnSpPr/>
          <p:nvPr/>
        </p:nvCxnSpPr>
        <p:spPr>
          <a:xfrm>
            <a:off x="7780117" y="6236970"/>
            <a:ext cx="4618299" cy="0"/>
          </a:xfrm>
          <a:prstGeom prst="line">
            <a:avLst/>
          </a:prstGeom>
          <a:ln>
            <a:solidFill>
              <a:srgbClr val="1E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93DCEE-7136-81A3-E04F-073C35F91C4E}"/>
              </a:ext>
            </a:extLst>
          </p:cNvPr>
          <p:cNvSpPr txBox="1"/>
          <p:nvPr/>
        </p:nvSpPr>
        <p:spPr>
          <a:xfrm>
            <a:off x="1366520" y="3763220"/>
            <a:ext cx="9458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Google Sans" panose="020B0503030502040204" pitchFamily="34" charset="0"/>
                <a:ea typeface="Google Sans" panose="020B0503030502040204" pitchFamily="34" charset="0"/>
                <a:cs typeface="Google Sans" panose="020B0503030502040204" pitchFamily="34" charset="0"/>
              </a:rPr>
              <a:t>THANKS!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D4D8A9-218C-C800-BBB9-7A5D516FAC44}"/>
              </a:ext>
            </a:extLst>
          </p:cNvPr>
          <p:cNvGrpSpPr/>
          <p:nvPr/>
        </p:nvGrpSpPr>
        <p:grpSpPr>
          <a:xfrm rot="10800000">
            <a:off x="12398416" y="-1509593"/>
            <a:ext cx="2583369" cy="3720321"/>
            <a:chOff x="694480" y="1218493"/>
            <a:chExt cx="2583369" cy="37203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7302A3E-B3B4-0F64-1AB7-F854A85FF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14" t="18248" r="41488"/>
            <a:stretch>
              <a:fillRect/>
            </a:stretch>
          </p:blipFill>
          <p:spPr>
            <a:xfrm>
              <a:off x="694480" y="1520244"/>
              <a:ext cx="1898248" cy="341857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A0F7A6-02ED-3A86-72E7-8E14C651D207}"/>
                </a:ext>
              </a:extLst>
            </p:cNvPr>
            <p:cNvSpPr/>
            <p:nvPr/>
          </p:nvSpPr>
          <p:spPr>
            <a:xfrm rot="19891873">
              <a:off x="2034265" y="1218493"/>
              <a:ext cx="1243584" cy="60349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7E3B873-E4C3-1905-CE57-E3496C2E0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0" b="39570"/>
          <a:stretch>
            <a:fillRect/>
          </a:stretch>
        </p:blipFill>
        <p:spPr>
          <a:xfrm rot="20137173">
            <a:off x="-11846619" y="2106689"/>
            <a:ext cx="1814924" cy="27389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72383C-3B1E-6395-8CB4-A30F925AEB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3" t="68396" r="64492"/>
          <a:stretch>
            <a:fillRect/>
          </a:stretch>
        </p:blipFill>
        <p:spPr>
          <a:xfrm rot="1202068">
            <a:off x="-2936616" y="2450706"/>
            <a:ext cx="1933422" cy="19764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2FFDAB-CF40-4466-00AC-497D3E5B8E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32" t="59947"/>
          <a:stretch>
            <a:fillRect/>
          </a:stretch>
        </p:blipFill>
        <p:spPr>
          <a:xfrm>
            <a:off x="-2957633" y="5584255"/>
            <a:ext cx="2182782" cy="2295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E0842D-E8E3-31FE-E29C-83D8225983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2" t="26784" r="32770" b="33362"/>
          <a:stretch>
            <a:fillRect/>
          </a:stretch>
        </p:blipFill>
        <p:spPr>
          <a:xfrm rot="780915">
            <a:off x="-12324662" y="5947394"/>
            <a:ext cx="2289023" cy="22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27518"/>
      </p:ext>
    </p:extLst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123</Words>
  <Application>Microsoft Office PowerPoint</Application>
  <PresentationFormat>Widescreen</PresentationFormat>
  <Paragraphs>25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Google Sans</vt:lpstr>
      <vt:lpstr>Aptos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Yasser Mohammed Soliman Elazab</dc:creator>
  <cp:lastModifiedBy>Abdulrahman Shougaei</cp:lastModifiedBy>
  <cp:revision>53</cp:revision>
  <dcterms:created xsi:type="dcterms:W3CDTF">2026-05-14T08:39:21Z</dcterms:created>
  <dcterms:modified xsi:type="dcterms:W3CDTF">2026-05-14T14:47:52Z</dcterms:modified>
</cp:coreProperties>
</file>